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Admissions briefing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Applications to the engineering faculty rose 17% for the 2024 intake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Admissions briefing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The offer rate for international applicants was 38% in 2024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Admissions briefing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First-year retention reached 92% in 2023 after a mentoring scheme started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Admissions briefing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Applications to the law faculty fell 4% for the 2024 intake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