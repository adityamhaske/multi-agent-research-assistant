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the North district.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Enrolment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Enrolment rose 12% in 2021.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By district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304800">
                <a:tc>
                  <a:txBody>
                    <a:bodyPr/>
                    <a:lstStyle/>
                    <a:p>
                      <a:r>
                        <a:t>District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Change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12%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-3%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2013-01-27T09:15:58Z</dcterms:modified>
  <cp:category/>
</cp:coreProperties>
</file>